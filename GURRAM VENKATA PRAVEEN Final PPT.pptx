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4" r:id="rId2"/>
    <p:sldId id="266" r:id="rId3"/>
    <p:sldId id="285" r:id="rId4"/>
    <p:sldId id="279" r:id="rId5"/>
    <p:sldId id="280" r:id="rId6"/>
    <p:sldId id="270" r:id="rId7"/>
    <p:sldId id="272" r:id="rId8"/>
    <p:sldId id="286" r:id="rId9"/>
    <p:sldId id="275" r:id="rId10"/>
    <p:sldId id="282" r:id="rId11"/>
    <p:sldId id="287" r:id="rId12"/>
    <p:sldId id="28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67712" autoAdjust="0"/>
  </p:normalViewPr>
  <p:slideViewPr>
    <p:cSldViewPr snapToGrid="0">
      <p:cViewPr varScale="1">
        <p:scale>
          <a:sx n="56" d="100"/>
          <a:sy n="56" d="100"/>
        </p:scale>
        <p:origin x="171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Forward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4"/>
                <c:pt idx="0">
                  <c:v>Trail 1</c:v>
                </c:pt>
                <c:pt idx="1">
                  <c:v>Trail 2</c:v>
                </c:pt>
                <c:pt idx="2">
                  <c:v>Trail 3</c:v>
                </c:pt>
                <c:pt idx="3">
                  <c:v>Trail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96</c:v>
                </c:pt>
                <c:pt idx="2">
                  <c:v>94</c:v>
                </c:pt>
                <c:pt idx="3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FB-495A-93E7-2E275AD9C9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Backward(%)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4"/>
                <c:pt idx="0">
                  <c:v>Trail 1</c:v>
                </c:pt>
                <c:pt idx="1">
                  <c:v>Trail 2</c:v>
                </c:pt>
                <c:pt idx="2">
                  <c:v>Trail 3</c:v>
                </c:pt>
                <c:pt idx="3">
                  <c:v>Trail 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92</c:v>
                </c:pt>
                <c:pt idx="1">
                  <c:v>93</c:v>
                </c:pt>
                <c:pt idx="2">
                  <c:v>91</c:v>
                </c:pt>
                <c:pt idx="3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FB-495A-93E7-2E275AD9C9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Left(%)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4"/>
                <c:pt idx="0">
                  <c:v>Trail 1</c:v>
                </c:pt>
                <c:pt idx="1">
                  <c:v>Trail 2</c:v>
                </c:pt>
                <c:pt idx="2">
                  <c:v>Trail 3</c:v>
                </c:pt>
                <c:pt idx="3">
                  <c:v>Trail 4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96</c:v>
                </c:pt>
                <c:pt idx="1">
                  <c:v>95</c:v>
                </c:pt>
                <c:pt idx="2">
                  <c:v>97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FB-495A-93E7-2E275AD9C93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Right(%)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4"/>
                <c:pt idx="0">
                  <c:v>Trail 1</c:v>
                </c:pt>
                <c:pt idx="1">
                  <c:v>Trail 2</c:v>
                </c:pt>
                <c:pt idx="2">
                  <c:v>Trail 3</c:v>
                </c:pt>
                <c:pt idx="3">
                  <c:v>Trail 4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94</c:v>
                </c:pt>
                <c:pt idx="1">
                  <c:v>95</c:v>
                </c:pt>
                <c:pt idx="2">
                  <c:v>93</c:v>
                </c:pt>
                <c:pt idx="3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AFB-495A-93E7-2E275AD9C93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Stop(%)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4"/>
                <c:pt idx="0">
                  <c:v>Trail 1</c:v>
                </c:pt>
                <c:pt idx="1">
                  <c:v>Trail 2</c:v>
                </c:pt>
                <c:pt idx="2">
                  <c:v>Trail 3</c:v>
                </c:pt>
                <c:pt idx="3">
                  <c:v>Trail 4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97</c:v>
                </c:pt>
                <c:pt idx="1">
                  <c:v>98</c:v>
                </c:pt>
                <c:pt idx="2">
                  <c:v>96</c:v>
                </c:pt>
                <c:pt idx="3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FB-495A-93E7-2E275AD9C9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0337423"/>
        <c:axId val="1920337903"/>
      </c:barChart>
      <c:catAx>
        <c:axId val="1920337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0337903"/>
        <c:crosses val="autoZero"/>
        <c:auto val="1"/>
        <c:lblAlgn val="ctr"/>
        <c:lblOffset val="100"/>
        <c:noMultiLvlLbl val="0"/>
      </c:catAx>
      <c:valAx>
        <c:axId val="1920337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0337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 (ms)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Forward</c:v>
                </c:pt>
                <c:pt idx="1">
                  <c:v>Backward</c:v>
                </c:pt>
                <c:pt idx="2">
                  <c:v>Left</c:v>
                </c:pt>
                <c:pt idx="3">
                  <c:v>Right</c:v>
                </c:pt>
                <c:pt idx="4">
                  <c:v>Stop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</c:v>
                </c:pt>
                <c:pt idx="1">
                  <c:v>480</c:v>
                </c:pt>
                <c:pt idx="2">
                  <c:v>500</c:v>
                </c:pt>
                <c:pt idx="3">
                  <c:v>470</c:v>
                </c:pt>
                <c:pt idx="4">
                  <c:v>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1D-44FA-835D-89BE4C378BC7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Forward</c:v>
                </c:pt>
                <c:pt idx="1">
                  <c:v>Backward</c:v>
                </c:pt>
                <c:pt idx="2">
                  <c:v>Left</c:v>
                </c:pt>
                <c:pt idx="3">
                  <c:v>Right</c:v>
                </c:pt>
                <c:pt idx="4">
                  <c:v>Stop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1D-44FA-835D-89BE4C378B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26434639"/>
        <c:axId val="1126419759"/>
      </c:barChart>
      <c:catAx>
        <c:axId val="1126434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6419759"/>
        <c:crosses val="autoZero"/>
        <c:auto val="1"/>
        <c:lblAlgn val="ctr"/>
        <c:lblOffset val="100"/>
        <c:noMultiLvlLbl val="0"/>
      </c:catAx>
      <c:valAx>
        <c:axId val="11264197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6434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Commands Given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837-48AA-8F81-E80D239A7D1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837-48AA-8F81-E80D239A7D1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837-48AA-8F81-E80D239A7D1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837-48AA-8F81-E80D239A7D1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9837-48AA-8F81-E80D239A7D13}"/>
              </c:ext>
            </c:extLst>
          </c:dPt>
          <c:cat>
            <c:strRef>
              <c:f>Sheet1!$A$2:$A$6</c:f>
              <c:strCache>
                <c:ptCount val="5"/>
                <c:pt idx="0">
                  <c:v>Run 1</c:v>
                </c:pt>
                <c:pt idx="1">
                  <c:v>Run 2</c:v>
                </c:pt>
                <c:pt idx="2">
                  <c:v>Run 3</c:v>
                </c:pt>
                <c:pt idx="3">
                  <c:v>Run 4</c:v>
                </c:pt>
                <c:pt idx="4">
                  <c:v>Run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69-40F5-8618-BEF875FF10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Successful Execution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9837-48AA-8F81-E80D239A7D1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9837-48AA-8F81-E80D239A7D1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9837-48AA-8F81-E80D239A7D1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9837-48AA-8F81-E80D239A7D1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9837-48AA-8F81-E80D239A7D13}"/>
              </c:ext>
            </c:extLst>
          </c:dPt>
          <c:cat>
            <c:strRef>
              <c:f>Sheet1!$A$2:$A$6</c:f>
              <c:strCache>
                <c:ptCount val="5"/>
                <c:pt idx="0">
                  <c:v>Run 1</c:v>
                </c:pt>
                <c:pt idx="1">
                  <c:v>Run 2</c:v>
                </c:pt>
                <c:pt idx="2">
                  <c:v>Run 3</c:v>
                </c:pt>
                <c:pt idx="3">
                  <c:v>Run 4</c:v>
                </c:pt>
                <c:pt idx="4">
                  <c:v>Run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</c:v>
                </c:pt>
                <c:pt idx="1">
                  <c:v>9</c:v>
                </c:pt>
                <c:pt idx="2">
                  <c:v>10</c:v>
                </c:pt>
                <c:pt idx="3">
                  <c:v>9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69-40F5-8618-BEF875FF10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Reliability(%)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5-9837-48AA-8F81-E80D239A7D1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7-9837-48AA-8F81-E80D239A7D1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9-9837-48AA-8F81-E80D239A7D1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B-9837-48AA-8F81-E80D239A7D1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D-9837-48AA-8F81-E80D239A7D13}"/>
              </c:ext>
            </c:extLst>
          </c:dPt>
          <c:cat>
            <c:strRef>
              <c:f>Sheet1!$A$2:$A$6</c:f>
              <c:strCache>
                <c:ptCount val="5"/>
                <c:pt idx="0">
                  <c:v>Run 1</c:v>
                </c:pt>
                <c:pt idx="1">
                  <c:v>Run 2</c:v>
                </c:pt>
                <c:pt idx="2">
                  <c:v>Run 3</c:v>
                </c:pt>
                <c:pt idx="3">
                  <c:v>Run 4</c:v>
                </c:pt>
                <c:pt idx="4">
                  <c:v>Run 5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0.9</c:v>
                </c:pt>
                <c:pt idx="1">
                  <c:v>0.9</c:v>
                </c:pt>
                <c:pt idx="2">
                  <c:v>1</c:v>
                </c:pt>
                <c:pt idx="3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69-40F5-8618-BEF875FF10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Performance</a:t>
            </a:r>
            <a:r>
              <a:rPr lang="en-US" baseline="0" dirty="0"/>
              <a:t>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Motor Speed RPM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30</c:v>
                </c:pt>
                <c:pt idx="1">
                  <c:v>50</c:v>
                </c:pt>
                <c:pt idx="2">
                  <c:v>70</c:v>
                </c:pt>
                <c:pt idx="3">
                  <c:v>90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65</c:v>
                </c:pt>
                <c:pt idx="2">
                  <c:v>90</c:v>
                </c:pt>
                <c:pt idx="3">
                  <c:v>120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895-4C05-8DC6-3EA2CC94DD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8466800"/>
        <c:axId val="978467280"/>
      </c:scatterChart>
      <c:valAx>
        <c:axId val="9784668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8467280"/>
        <c:crosses val="autoZero"/>
        <c:crossBetween val="midCat"/>
      </c:valAx>
      <c:valAx>
        <c:axId val="978467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84668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0.3444</cdr:x>
      <cdr:y>0.23239</cdr:y>
    </cdr:from>
    <cdr:to>
      <cdr:x>0.4569</cdr:x>
      <cdr:y>0.40114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8B046F71-32BB-B339-EAAF-64B7DC32ED7C}"/>
            </a:ext>
          </a:extLst>
        </cdr:cNvPr>
        <cdr:cNvSpPr txBox="1"/>
      </cdr:nvSpPr>
      <cdr:spPr>
        <a:xfrm xmlns:a="http://schemas.openxmlformats.org/drawingml/2006/main">
          <a:off x="2799307" y="1259259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IN" sz="2000" kern="1200" dirty="0"/>
            <a:t>90%</a:t>
          </a:r>
        </a:p>
      </cdr:txBody>
    </cdr:sp>
  </cdr:relSizeAnchor>
  <cdr:relSizeAnchor xmlns:cdr="http://schemas.openxmlformats.org/drawingml/2006/chartDrawing">
    <cdr:from>
      <cdr:x>0.52239</cdr:x>
      <cdr:y>0.58249</cdr:y>
    </cdr:from>
    <cdr:to>
      <cdr:x>0.63489</cdr:x>
      <cdr:y>0.75124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97760AC5-232F-2714-2E4B-4EB7C9BB114B}"/>
            </a:ext>
          </a:extLst>
        </cdr:cNvPr>
        <cdr:cNvSpPr txBox="1"/>
      </cdr:nvSpPr>
      <cdr:spPr>
        <a:xfrm xmlns:a="http://schemas.openxmlformats.org/drawingml/2006/main">
          <a:off x="4245970" y="3156298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IN" sz="2000" kern="1200" dirty="0"/>
            <a:t>90%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E67F-8C4B-433C-9889-A6D3D58CB6EF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A303F-F9C3-434F-8FC7-280C39B23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705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685B2-1C28-4BCE-868E-990A56492E0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79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A303F-F9C3-434F-8FC7-280C39B2317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066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A303F-F9C3-434F-8FC7-280C39B2317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328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A303F-F9C3-434F-8FC7-280C39B2317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445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A303F-F9C3-434F-8FC7-280C39B2317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562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A303F-F9C3-434F-8FC7-280C39B2317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850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A303F-F9C3-434F-8FC7-280C39B2317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027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6BC-0894-45EF-89C2-E637433061A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FFD7D-D0D3-47BE-8475-0A64E536B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685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6BC-0894-45EF-89C2-E637433061A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FFD7D-D0D3-47BE-8475-0A64E536B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23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6BC-0894-45EF-89C2-E637433061A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FFD7D-D0D3-47BE-8475-0A64E536B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39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6BC-0894-45EF-89C2-E637433061A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FFD7D-D0D3-47BE-8475-0A64E536B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242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6BC-0894-45EF-89C2-E637433061A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FFD7D-D0D3-47BE-8475-0A64E536B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377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6BC-0894-45EF-89C2-E637433061A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FFD7D-D0D3-47BE-8475-0A64E536B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38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6BC-0894-45EF-89C2-E637433061A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FFD7D-D0D3-47BE-8475-0A64E536B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99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6BC-0894-45EF-89C2-E637433061A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FFD7D-D0D3-47BE-8475-0A64E536B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911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6BC-0894-45EF-89C2-E637433061A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FFD7D-D0D3-47BE-8475-0A64E536B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166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6BC-0894-45EF-89C2-E637433061A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FFD7D-D0D3-47BE-8475-0A64E536B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93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6BC-0894-45EF-89C2-E637433061A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FFD7D-D0D3-47BE-8475-0A64E536B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732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156BC-0894-45EF-89C2-E637433061A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FFD7D-D0D3-47BE-8475-0A64E536B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55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FA7DD32-B552-906D-3C11-EEF769452FB9}"/>
              </a:ext>
            </a:extLst>
          </p:cNvPr>
          <p:cNvSpPr txBox="1"/>
          <p:nvPr/>
        </p:nvSpPr>
        <p:spPr>
          <a:xfrm>
            <a:off x="2442949" y="477672"/>
            <a:ext cx="8598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Voice Controlled Robot Via Mobile App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31676-5059-5FEA-90F0-C18FB4F1E782}"/>
              </a:ext>
            </a:extLst>
          </p:cNvPr>
          <p:cNvSpPr txBox="1"/>
          <p:nvPr/>
        </p:nvSpPr>
        <p:spPr>
          <a:xfrm>
            <a:off x="5131558" y="2552131"/>
            <a:ext cx="2333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Submitted by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4284E4-BBBD-B38F-771E-53A87EFA6880}"/>
              </a:ext>
            </a:extLst>
          </p:cNvPr>
          <p:cNvSpPr txBox="1"/>
          <p:nvPr/>
        </p:nvSpPr>
        <p:spPr>
          <a:xfrm>
            <a:off x="4271749" y="3220873"/>
            <a:ext cx="5254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GURRAM VENKATA PRAVEEN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9BE4F3-9008-BD87-97B1-603EA39BB494}"/>
              </a:ext>
            </a:extLst>
          </p:cNvPr>
          <p:cNvSpPr txBox="1"/>
          <p:nvPr/>
        </p:nvSpPr>
        <p:spPr>
          <a:xfrm>
            <a:off x="4954137" y="3780431"/>
            <a:ext cx="2382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(24NQ5A0402</a:t>
            </a:r>
            <a:r>
              <a:rPr lang="en-IN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7C1F34-AAEF-EE5A-7A8B-1F990AA0915C}"/>
              </a:ext>
            </a:extLst>
          </p:cNvPr>
          <p:cNvSpPr txBox="1"/>
          <p:nvPr/>
        </p:nvSpPr>
        <p:spPr>
          <a:xfrm>
            <a:off x="4271750" y="4242096"/>
            <a:ext cx="423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(praveenvenkatagurram402@gmail.com)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C7F702-7BE5-10C7-95E9-F454EBB4B88E}"/>
              </a:ext>
            </a:extLst>
          </p:cNvPr>
          <p:cNvSpPr txBox="1"/>
          <p:nvPr/>
        </p:nvSpPr>
        <p:spPr>
          <a:xfrm>
            <a:off x="3603008" y="4703761"/>
            <a:ext cx="5759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Electronics and Communication Engineering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9E6237-BFE3-071B-F946-30B44B54455F}"/>
              </a:ext>
            </a:extLst>
          </p:cNvPr>
          <p:cNvSpPr txBox="1"/>
          <p:nvPr/>
        </p:nvSpPr>
        <p:spPr>
          <a:xfrm>
            <a:off x="3603008" y="5257760"/>
            <a:ext cx="6441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Vikas College of Engineering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171264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A45AF4-0EF1-E4AD-E1CF-4887DB25E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82" y="531378"/>
            <a:ext cx="9630138" cy="54229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B400D6-E70C-4402-A21E-32A2C0B8A422}"/>
              </a:ext>
            </a:extLst>
          </p:cNvPr>
          <p:cNvSpPr txBox="1"/>
          <p:nvPr/>
        </p:nvSpPr>
        <p:spPr>
          <a:xfrm>
            <a:off x="2766349" y="162046"/>
            <a:ext cx="1563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BO motor-1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BB412-8E57-4B8E-092B-572640678D67}"/>
              </a:ext>
            </a:extLst>
          </p:cNvPr>
          <p:cNvSpPr txBox="1"/>
          <p:nvPr/>
        </p:nvSpPr>
        <p:spPr>
          <a:xfrm>
            <a:off x="2766349" y="5231757"/>
            <a:ext cx="1528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BO motor-2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CB601-E28A-4DD4-9968-DC271331676B}"/>
              </a:ext>
            </a:extLst>
          </p:cNvPr>
          <p:cNvSpPr txBox="1"/>
          <p:nvPr/>
        </p:nvSpPr>
        <p:spPr>
          <a:xfrm>
            <a:off x="76692" y="2326511"/>
            <a:ext cx="3591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L293D motor driver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D3F369-E3CE-42C5-4C6E-77C8099AF0D1}"/>
              </a:ext>
            </a:extLst>
          </p:cNvPr>
          <p:cNvSpPr txBox="1"/>
          <p:nvPr/>
        </p:nvSpPr>
        <p:spPr>
          <a:xfrm>
            <a:off x="4745620" y="1713053"/>
            <a:ext cx="151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Arduino Uno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BABC4B-EAA2-2365-29A2-91A7FE169737}"/>
              </a:ext>
            </a:extLst>
          </p:cNvPr>
          <p:cNvSpPr txBox="1"/>
          <p:nvPr/>
        </p:nvSpPr>
        <p:spPr>
          <a:xfrm>
            <a:off x="8322197" y="2326511"/>
            <a:ext cx="248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HC-05 Bluetooth Control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BCE68A-DB86-C615-D728-0C693269166C}"/>
              </a:ext>
            </a:extLst>
          </p:cNvPr>
          <p:cNvSpPr txBox="1"/>
          <p:nvPr/>
        </p:nvSpPr>
        <p:spPr>
          <a:xfrm>
            <a:off x="8215953" y="4995082"/>
            <a:ext cx="1656378" cy="65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9V</a:t>
            </a:r>
          </a:p>
          <a:p>
            <a:r>
              <a:rPr lang="en-IN" dirty="0"/>
              <a:t>Battery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0A5FB6-FD07-AB41-44FF-38708AE1A00F}"/>
              </a:ext>
            </a:extLst>
          </p:cNvPr>
          <p:cNvSpPr txBox="1"/>
          <p:nvPr/>
        </p:nvSpPr>
        <p:spPr>
          <a:xfrm>
            <a:off x="7996484" y="346712"/>
            <a:ext cx="3486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Internal Block Diagram</a:t>
            </a:r>
          </a:p>
        </p:txBody>
      </p:sp>
    </p:spTree>
    <p:extLst>
      <p:ext uri="{BB962C8B-B14F-4D97-AF65-F5344CB8AC3E}">
        <p14:creationId xmlns:p14="http://schemas.microsoft.com/office/powerpoint/2010/main" val="3747911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DB177693-B0C8-4AF2-A325-18523DBBE45F}"/>
              </a:ext>
            </a:extLst>
          </p:cNvPr>
          <p:cNvSpPr/>
          <p:nvPr/>
        </p:nvSpPr>
        <p:spPr>
          <a:xfrm>
            <a:off x="941696" y="115747"/>
            <a:ext cx="1514901" cy="4745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START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0BDDCB-562B-61B7-8574-A769B6542553}"/>
              </a:ext>
            </a:extLst>
          </p:cNvPr>
          <p:cNvSpPr/>
          <p:nvPr/>
        </p:nvSpPr>
        <p:spPr>
          <a:xfrm>
            <a:off x="4687748" y="1"/>
            <a:ext cx="2407533" cy="7407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Bluetooth Control Mobile Application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1B1D48-CEC4-5299-992F-A9BBD515442A}"/>
              </a:ext>
            </a:extLst>
          </p:cNvPr>
          <p:cNvSpPr/>
          <p:nvPr/>
        </p:nvSpPr>
        <p:spPr>
          <a:xfrm>
            <a:off x="4687748" y="891251"/>
            <a:ext cx="2407533" cy="474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Bluetooth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EACB72-0F16-07EC-7453-76A7EC3EA548}"/>
              </a:ext>
            </a:extLst>
          </p:cNvPr>
          <p:cNvSpPr/>
          <p:nvPr/>
        </p:nvSpPr>
        <p:spPr>
          <a:xfrm>
            <a:off x="4687748" y="1516285"/>
            <a:ext cx="2407532" cy="4913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ARDUINO ON CAR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79186167-068A-4A84-4286-BC9B50619A2C}"/>
              </a:ext>
            </a:extLst>
          </p:cNvPr>
          <p:cNvSpPr/>
          <p:nvPr/>
        </p:nvSpPr>
        <p:spPr>
          <a:xfrm>
            <a:off x="4010628" y="2326511"/>
            <a:ext cx="3761772" cy="110248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Commands for the Robot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97076DAC-88C2-4167-04FB-C890E986A0A0}"/>
              </a:ext>
            </a:extLst>
          </p:cNvPr>
          <p:cNvSpPr/>
          <p:nvPr/>
        </p:nvSpPr>
        <p:spPr>
          <a:xfrm>
            <a:off x="2581155" y="3967224"/>
            <a:ext cx="1429474" cy="38775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Forward</a:t>
            </a: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70A95864-DEA8-0C55-3564-E73DDDAC3C99}"/>
              </a:ext>
            </a:extLst>
          </p:cNvPr>
          <p:cNvSpPr/>
          <p:nvPr/>
        </p:nvSpPr>
        <p:spPr>
          <a:xfrm>
            <a:off x="4803495" y="3963725"/>
            <a:ext cx="1429474" cy="425973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Backward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F6B3578B-6FEC-21EA-7190-A1724D3EB05E}"/>
              </a:ext>
            </a:extLst>
          </p:cNvPr>
          <p:cNvSpPr/>
          <p:nvPr/>
        </p:nvSpPr>
        <p:spPr>
          <a:xfrm>
            <a:off x="6377651" y="3963725"/>
            <a:ext cx="1064871" cy="425973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Left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CD58F836-7452-D74C-18C9-51DCB5D3FF54}"/>
              </a:ext>
            </a:extLst>
          </p:cNvPr>
          <p:cNvSpPr/>
          <p:nvPr/>
        </p:nvSpPr>
        <p:spPr>
          <a:xfrm>
            <a:off x="8137003" y="3963725"/>
            <a:ext cx="937549" cy="425973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Right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2B77809D-4EB6-C870-76F9-316745365CE6}"/>
              </a:ext>
            </a:extLst>
          </p:cNvPr>
          <p:cNvSpPr/>
          <p:nvPr/>
        </p:nvSpPr>
        <p:spPr>
          <a:xfrm>
            <a:off x="9809545" y="3963724"/>
            <a:ext cx="1197979" cy="42597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Stop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88BC39-F5AC-AAB9-F09D-E23C0334F412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>
            <a:off x="2456597" y="353028"/>
            <a:ext cx="2231151" cy="17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DCBFEC7-71C9-250B-9FE6-8B1017D601F1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5891515" y="740781"/>
            <a:ext cx="0" cy="15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A53DE1-89BC-D560-C73D-D4BA0D9A6767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5891514" y="1365813"/>
            <a:ext cx="1" cy="15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36B018-4D98-7285-19AF-F3DCA20E1B9C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5891514" y="2007605"/>
            <a:ext cx="0" cy="318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5878ADB-005D-2166-DAC9-2B457417E5D7}"/>
              </a:ext>
            </a:extLst>
          </p:cNvPr>
          <p:cNvCxnSpPr>
            <a:stCxn id="11" idx="2"/>
          </p:cNvCxnSpPr>
          <p:nvPr/>
        </p:nvCxnSpPr>
        <p:spPr>
          <a:xfrm>
            <a:off x="5891514" y="3429000"/>
            <a:ext cx="0" cy="159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5560AE8-309D-4092-B185-8184F35E16A3}"/>
              </a:ext>
            </a:extLst>
          </p:cNvPr>
          <p:cNvCxnSpPr>
            <a:cxnSpLocks/>
          </p:cNvCxnSpPr>
          <p:nvPr/>
        </p:nvCxnSpPr>
        <p:spPr>
          <a:xfrm>
            <a:off x="5891514" y="3588152"/>
            <a:ext cx="4699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B9AE6C1-9D1F-A073-BF4E-0A3366324425}"/>
              </a:ext>
            </a:extLst>
          </p:cNvPr>
          <p:cNvCxnSpPr/>
          <p:nvPr/>
        </p:nvCxnSpPr>
        <p:spPr>
          <a:xfrm flipH="1">
            <a:off x="3020992" y="3588152"/>
            <a:ext cx="28705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522AD6B-17C3-4830-8F2B-4E0C2502A905}"/>
              </a:ext>
            </a:extLst>
          </p:cNvPr>
          <p:cNvCxnSpPr/>
          <p:nvPr/>
        </p:nvCxnSpPr>
        <p:spPr>
          <a:xfrm>
            <a:off x="3020992" y="3588152"/>
            <a:ext cx="0" cy="375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F108E55-2813-C922-517D-2488FDBCCBE8}"/>
              </a:ext>
            </a:extLst>
          </p:cNvPr>
          <p:cNvCxnSpPr/>
          <p:nvPr/>
        </p:nvCxnSpPr>
        <p:spPr>
          <a:xfrm>
            <a:off x="5891514" y="3588152"/>
            <a:ext cx="0" cy="375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593A01C-9FA7-6B17-393C-163A1A4934BF}"/>
              </a:ext>
            </a:extLst>
          </p:cNvPr>
          <p:cNvCxnSpPr>
            <a:endCxn id="14" idx="1"/>
          </p:cNvCxnSpPr>
          <p:nvPr/>
        </p:nvCxnSpPr>
        <p:spPr>
          <a:xfrm flipH="1">
            <a:off x="6963333" y="3588152"/>
            <a:ext cx="4626" cy="375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BB74B81-0342-FB6C-9EE3-BC4FB8D5C89F}"/>
              </a:ext>
            </a:extLst>
          </p:cNvPr>
          <p:cNvCxnSpPr>
            <a:endCxn id="15" idx="1"/>
          </p:cNvCxnSpPr>
          <p:nvPr/>
        </p:nvCxnSpPr>
        <p:spPr>
          <a:xfrm>
            <a:off x="8646289" y="3588152"/>
            <a:ext cx="12735" cy="375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11EE499-D8C8-C6C0-E2EC-7DF394CB4E6A}"/>
              </a:ext>
            </a:extLst>
          </p:cNvPr>
          <p:cNvCxnSpPr>
            <a:cxnSpLocks/>
          </p:cNvCxnSpPr>
          <p:nvPr/>
        </p:nvCxnSpPr>
        <p:spPr>
          <a:xfrm flipH="1">
            <a:off x="10577527" y="3683340"/>
            <a:ext cx="13308" cy="259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7F127AF-15A5-17D0-1C84-D74EE8F8D9D2}"/>
              </a:ext>
            </a:extLst>
          </p:cNvPr>
          <p:cNvSpPr/>
          <p:nvPr/>
        </p:nvSpPr>
        <p:spPr>
          <a:xfrm>
            <a:off x="941696" y="4962645"/>
            <a:ext cx="1315367" cy="6394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2C4BEE0-F063-7C5A-0472-467494638492}"/>
              </a:ext>
            </a:extLst>
          </p:cNvPr>
          <p:cNvSpPr/>
          <p:nvPr/>
        </p:nvSpPr>
        <p:spPr>
          <a:xfrm>
            <a:off x="3391382" y="4962646"/>
            <a:ext cx="2349661" cy="6394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Movement of the Robot Car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854DB1D-3AC3-123D-08C3-1CC84413331E}"/>
              </a:ext>
            </a:extLst>
          </p:cNvPr>
          <p:cNvSpPr/>
          <p:nvPr/>
        </p:nvSpPr>
        <p:spPr>
          <a:xfrm>
            <a:off x="6649656" y="5042221"/>
            <a:ext cx="2245488" cy="5874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L293D Motor Driver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9F4374A-640E-45FF-6D1E-9A549C1BA8EF}"/>
              </a:ext>
            </a:extLst>
          </p:cNvPr>
          <p:cNvCxnSpPr/>
          <p:nvPr/>
        </p:nvCxnSpPr>
        <p:spPr>
          <a:xfrm>
            <a:off x="1539433" y="4560425"/>
            <a:ext cx="65975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53308F1-18AB-4A0D-D07E-86DEAC7B0DC8}"/>
              </a:ext>
            </a:extLst>
          </p:cNvPr>
          <p:cNvCxnSpPr>
            <a:endCxn id="12" idx="3"/>
          </p:cNvCxnSpPr>
          <p:nvPr/>
        </p:nvCxnSpPr>
        <p:spPr>
          <a:xfrm flipV="1">
            <a:off x="3240911" y="4354974"/>
            <a:ext cx="6512" cy="205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F6416CE-434A-EE45-62F5-1ECE3A9871C9}"/>
              </a:ext>
            </a:extLst>
          </p:cNvPr>
          <p:cNvCxnSpPr>
            <a:endCxn id="14" idx="3"/>
          </p:cNvCxnSpPr>
          <p:nvPr/>
        </p:nvCxnSpPr>
        <p:spPr>
          <a:xfrm flipV="1">
            <a:off x="6852213" y="4389698"/>
            <a:ext cx="4627" cy="170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AB42EB2-EC71-815C-792D-C20AAB1B556E}"/>
              </a:ext>
            </a:extLst>
          </p:cNvPr>
          <p:cNvCxnSpPr/>
          <p:nvPr/>
        </p:nvCxnSpPr>
        <p:spPr>
          <a:xfrm>
            <a:off x="8137003" y="4560425"/>
            <a:ext cx="2440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8B51A16-38FB-C85F-40F3-E524DDBFFA94}"/>
              </a:ext>
            </a:extLst>
          </p:cNvPr>
          <p:cNvCxnSpPr/>
          <p:nvPr/>
        </p:nvCxnSpPr>
        <p:spPr>
          <a:xfrm flipV="1">
            <a:off x="10577527" y="4389698"/>
            <a:ext cx="0" cy="170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F967885-B615-1422-1FC2-6EA467C48342}"/>
              </a:ext>
            </a:extLst>
          </p:cNvPr>
          <p:cNvCxnSpPr>
            <a:stCxn id="51" idx="0"/>
            <a:endCxn id="7" idx="4"/>
          </p:cNvCxnSpPr>
          <p:nvPr/>
        </p:nvCxnSpPr>
        <p:spPr>
          <a:xfrm flipV="1">
            <a:off x="1599380" y="590309"/>
            <a:ext cx="99767" cy="4372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B18A966-86B6-1937-BE82-5C98B76C01F8}"/>
              </a:ext>
            </a:extLst>
          </p:cNvPr>
          <p:cNvCxnSpPr/>
          <p:nvPr/>
        </p:nvCxnSpPr>
        <p:spPr>
          <a:xfrm>
            <a:off x="7772400" y="4560425"/>
            <a:ext cx="0" cy="454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2750CB4-8644-EAB4-36BE-CF6E284D90B8}"/>
              </a:ext>
            </a:extLst>
          </p:cNvPr>
          <p:cNvCxnSpPr>
            <a:stCxn id="53" idx="1"/>
          </p:cNvCxnSpPr>
          <p:nvPr/>
        </p:nvCxnSpPr>
        <p:spPr>
          <a:xfrm flipH="1">
            <a:off x="5741043" y="5335929"/>
            <a:ext cx="908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6D4590C-B96B-2411-2947-6243F1D7ADA2}"/>
              </a:ext>
            </a:extLst>
          </p:cNvPr>
          <p:cNvCxnSpPr>
            <a:stCxn id="52" idx="1"/>
            <a:endCxn id="51" idx="3"/>
          </p:cNvCxnSpPr>
          <p:nvPr/>
        </p:nvCxnSpPr>
        <p:spPr>
          <a:xfrm flipH="1" flipV="1">
            <a:off x="2257063" y="5282393"/>
            <a:ext cx="11343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253B431-5F42-C09E-EAA9-5670D7986682}"/>
              </a:ext>
            </a:extLst>
          </p:cNvPr>
          <p:cNvCxnSpPr>
            <a:endCxn id="15" idx="4"/>
          </p:cNvCxnSpPr>
          <p:nvPr/>
        </p:nvCxnSpPr>
        <p:spPr>
          <a:xfrm flipV="1">
            <a:off x="8605777" y="4389698"/>
            <a:ext cx="1" cy="170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696B73A-C7CC-9DC7-5D05-67C658A235FB}"/>
              </a:ext>
            </a:extLst>
          </p:cNvPr>
          <p:cNvCxnSpPr>
            <a:endCxn id="13" idx="4"/>
          </p:cNvCxnSpPr>
          <p:nvPr/>
        </p:nvCxnSpPr>
        <p:spPr>
          <a:xfrm flipV="1">
            <a:off x="5518232" y="4389698"/>
            <a:ext cx="0" cy="170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9DFD75D-885E-0B66-28B2-A3D3FC25279E}"/>
              </a:ext>
            </a:extLst>
          </p:cNvPr>
          <p:cNvSpPr txBox="1"/>
          <p:nvPr/>
        </p:nvSpPr>
        <p:spPr>
          <a:xfrm>
            <a:off x="8659024" y="232012"/>
            <a:ext cx="179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Fig.Flow</a:t>
            </a:r>
            <a:r>
              <a:rPr lang="en-IN" dirty="0"/>
              <a:t> Diagram</a:t>
            </a:r>
          </a:p>
        </p:txBody>
      </p:sp>
    </p:spTree>
    <p:extLst>
      <p:ext uri="{BB962C8B-B14F-4D97-AF65-F5344CB8AC3E}">
        <p14:creationId xmlns:p14="http://schemas.microsoft.com/office/powerpoint/2010/main" val="339087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108DEC9-6AAF-EA2A-C241-6244F28327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882800"/>
              </p:ext>
            </p:extLst>
          </p:nvPr>
        </p:nvGraphicFramePr>
        <p:xfrm>
          <a:off x="655093" y="719666"/>
          <a:ext cx="11191164" cy="5899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5F20D8E-7B22-C5E5-6519-B196BBC85306}"/>
              </a:ext>
            </a:extLst>
          </p:cNvPr>
          <p:cNvSpPr txBox="1"/>
          <p:nvPr/>
        </p:nvSpPr>
        <p:spPr>
          <a:xfrm>
            <a:off x="5377218" y="286603"/>
            <a:ext cx="102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Accuracy</a:t>
            </a:r>
          </a:p>
        </p:txBody>
      </p:sp>
    </p:spTree>
    <p:extLst>
      <p:ext uri="{BB962C8B-B14F-4D97-AF65-F5344CB8AC3E}">
        <p14:creationId xmlns:p14="http://schemas.microsoft.com/office/powerpoint/2010/main" val="2188134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675EEF2-E2E1-6B2E-6C5C-D7865F5AD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5176668"/>
              </p:ext>
            </p:extLst>
          </p:nvPr>
        </p:nvGraphicFramePr>
        <p:xfrm>
          <a:off x="1965278" y="464024"/>
          <a:ext cx="8194722" cy="56501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B1842BF-0CB4-8974-F42D-B4B100931AFB}"/>
              </a:ext>
            </a:extLst>
          </p:cNvPr>
          <p:cNvSpPr txBox="1"/>
          <p:nvPr/>
        </p:nvSpPr>
        <p:spPr>
          <a:xfrm flipH="1">
            <a:off x="5431808" y="6291617"/>
            <a:ext cx="1323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Commands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3C3A96-3385-3454-FEDC-37DCA5D6D44A}"/>
              </a:ext>
            </a:extLst>
          </p:cNvPr>
          <p:cNvSpPr txBox="1"/>
          <p:nvPr/>
        </p:nvSpPr>
        <p:spPr>
          <a:xfrm rot="16200000">
            <a:off x="7245" y="2841141"/>
            <a:ext cx="221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Time in (</a:t>
            </a:r>
            <a:r>
              <a:rPr lang="en-IN" dirty="0" err="1"/>
              <a:t>ms</a:t>
            </a:r>
            <a:r>
              <a:rPr lang="en-IN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909860-182E-4C0F-69AD-8007A9009B3C}"/>
              </a:ext>
            </a:extLst>
          </p:cNvPr>
          <p:cNvSpPr txBox="1"/>
          <p:nvPr/>
        </p:nvSpPr>
        <p:spPr>
          <a:xfrm>
            <a:off x="5090614" y="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Response Time</a:t>
            </a:r>
          </a:p>
        </p:txBody>
      </p:sp>
    </p:spTree>
    <p:extLst>
      <p:ext uri="{BB962C8B-B14F-4D97-AF65-F5344CB8AC3E}">
        <p14:creationId xmlns:p14="http://schemas.microsoft.com/office/powerpoint/2010/main" val="750610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B7BA27E-521C-9EB1-FEEA-BEDD76EB2A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8254430"/>
              </p:ext>
            </p:extLst>
          </p:nvPr>
        </p:nvGraphicFramePr>
        <p:xfrm>
          <a:off x="1173707" y="491318"/>
          <a:ext cx="9812741" cy="6183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FA07835-F020-AAB5-484A-91643BDDA9C1}"/>
              </a:ext>
            </a:extLst>
          </p:cNvPr>
          <p:cNvSpPr txBox="1"/>
          <p:nvPr/>
        </p:nvSpPr>
        <p:spPr>
          <a:xfrm>
            <a:off x="8011236" y="2947916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7CFE6-B196-95C5-1E62-E32414931010}"/>
              </a:ext>
            </a:extLst>
          </p:cNvPr>
          <p:cNvSpPr txBox="1"/>
          <p:nvPr/>
        </p:nvSpPr>
        <p:spPr>
          <a:xfrm>
            <a:off x="7287904" y="1733266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90%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B87D8B-7EB4-1042-D7AD-D8DD249B4AC2}"/>
              </a:ext>
            </a:extLst>
          </p:cNvPr>
          <p:cNvSpPr txBox="1"/>
          <p:nvPr/>
        </p:nvSpPr>
        <p:spPr>
          <a:xfrm>
            <a:off x="4299045" y="2947916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90%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6ABE1A-F0B9-06B3-9BA2-98FBD82E9F37}"/>
              </a:ext>
            </a:extLst>
          </p:cNvPr>
          <p:cNvSpPr txBox="1"/>
          <p:nvPr/>
        </p:nvSpPr>
        <p:spPr>
          <a:xfrm>
            <a:off x="9451423" y="6305266"/>
            <a:ext cx="4252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Reliability Test </a:t>
            </a:r>
          </a:p>
        </p:txBody>
      </p:sp>
    </p:spTree>
    <p:extLst>
      <p:ext uri="{BB962C8B-B14F-4D97-AF65-F5344CB8AC3E}">
        <p14:creationId xmlns:p14="http://schemas.microsoft.com/office/powerpoint/2010/main" val="1050509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B1AFF5D-3C33-E466-A716-2865AE3EE3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6798831"/>
              </p:ext>
            </p:extLst>
          </p:nvPr>
        </p:nvGraphicFramePr>
        <p:xfrm>
          <a:off x="1681707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15F1DE9-0752-C35B-A2A4-CC771B3E3C84}"/>
              </a:ext>
            </a:extLst>
          </p:cNvPr>
          <p:cNvSpPr txBox="1"/>
          <p:nvPr/>
        </p:nvSpPr>
        <p:spPr>
          <a:xfrm>
            <a:off x="4449170" y="6138333"/>
            <a:ext cx="259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PWM Duty Cycle (%)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9812A9-72E0-6E4E-1F18-89095263ACB1}"/>
              </a:ext>
            </a:extLst>
          </p:cNvPr>
          <p:cNvSpPr txBox="1"/>
          <p:nvPr/>
        </p:nvSpPr>
        <p:spPr>
          <a:xfrm rot="16200000">
            <a:off x="177421" y="3244333"/>
            <a:ext cx="1907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Motor Speed RPM</a:t>
            </a:r>
          </a:p>
        </p:txBody>
      </p:sp>
    </p:spTree>
    <p:extLst>
      <p:ext uri="{BB962C8B-B14F-4D97-AF65-F5344CB8AC3E}">
        <p14:creationId xmlns:p14="http://schemas.microsoft.com/office/powerpoint/2010/main" val="393957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F9DE0B-58CE-4A47-D817-6E015AE69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14" y="101600"/>
            <a:ext cx="11052629" cy="654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549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hatsApp Video 2026-03-09 at 7.39.46 PM (1)">
            <a:hlinkClick r:id="" action="ppaction://media"/>
            <a:extLst>
              <a:ext uri="{FF2B5EF4-FFF2-40B4-BE49-F238E27FC236}">
                <a16:creationId xmlns:a16="http://schemas.microsoft.com/office/drawing/2014/main" id="{8AE94C3A-F9D5-F742-45EE-0A6CA4410C7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81182" y="464024"/>
            <a:ext cx="4449170" cy="62091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A7FB75-E532-D998-78AF-4138A343570D}"/>
              </a:ext>
            </a:extLst>
          </p:cNvPr>
          <p:cNvSpPr txBox="1"/>
          <p:nvPr/>
        </p:nvSpPr>
        <p:spPr>
          <a:xfrm>
            <a:off x="2873377" y="0"/>
            <a:ext cx="6666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Moving of a Robot Based on The Given Voice Commands</a:t>
            </a:r>
          </a:p>
        </p:txBody>
      </p:sp>
    </p:spTree>
    <p:extLst>
      <p:ext uri="{BB962C8B-B14F-4D97-AF65-F5344CB8AC3E}">
        <p14:creationId xmlns:p14="http://schemas.microsoft.com/office/powerpoint/2010/main" val="165155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7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52C8D6-6D14-3D41-E142-9D94C10CD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57" y="982640"/>
            <a:ext cx="11834886" cy="56638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C26F07-E2AA-881E-E053-90705D6D661A}"/>
              </a:ext>
            </a:extLst>
          </p:cNvPr>
          <p:cNvSpPr txBox="1"/>
          <p:nvPr/>
        </p:nvSpPr>
        <p:spPr>
          <a:xfrm>
            <a:off x="3712191" y="409432"/>
            <a:ext cx="5390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Waveform at HC-05 Bluetooth Control</a:t>
            </a:r>
          </a:p>
        </p:txBody>
      </p:sp>
    </p:spTree>
    <p:extLst>
      <p:ext uri="{BB962C8B-B14F-4D97-AF65-F5344CB8AC3E}">
        <p14:creationId xmlns:p14="http://schemas.microsoft.com/office/powerpoint/2010/main" val="3666529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41719C-C8AC-4585-84B8-33411C581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93" y="232013"/>
            <a:ext cx="10617958" cy="60186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C2EBF5-4885-CFBB-D7BE-C2AD798C7D49}"/>
              </a:ext>
            </a:extLst>
          </p:cNvPr>
          <p:cNvSpPr txBox="1"/>
          <p:nvPr/>
        </p:nvSpPr>
        <p:spPr>
          <a:xfrm rot="16200000">
            <a:off x="-1109000" y="2462998"/>
            <a:ext cx="2947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Logic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463BB9-5850-0DA5-E857-9153E0353597}"/>
              </a:ext>
            </a:extLst>
          </p:cNvPr>
          <p:cNvSpPr txBox="1"/>
          <p:nvPr/>
        </p:nvSpPr>
        <p:spPr>
          <a:xfrm>
            <a:off x="382729" y="6045958"/>
            <a:ext cx="36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2F5E3-8E97-8DB7-DE74-530486F3821A}"/>
              </a:ext>
            </a:extLst>
          </p:cNvPr>
          <p:cNvSpPr txBox="1"/>
          <p:nvPr/>
        </p:nvSpPr>
        <p:spPr>
          <a:xfrm>
            <a:off x="180293" y="5813946"/>
            <a:ext cx="746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D6B72A-373D-A273-2B41-BD30CADD1DEE}"/>
              </a:ext>
            </a:extLst>
          </p:cNvPr>
          <p:cNvSpPr txBox="1"/>
          <p:nvPr/>
        </p:nvSpPr>
        <p:spPr>
          <a:xfrm>
            <a:off x="382729" y="5540991"/>
            <a:ext cx="36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B3684D-427A-3370-9F83-F913F638ACB9}"/>
              </a:ext>
            </a:extLst>
          </p:cNvPr>
          <p:cNvSpPr txBox="1"/>
          <p:nvPr/>
        </p:nvSpPr>
        <p:spPr>
          <a:xfrm>
            <a:off x="315082" y="4847482"/>
            <a:ext cx="36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55649-B162-33B4-9349-411904E3A29B}"/>
              </a:ext>
            </a:extLst>
          </p:cNvPr>
          <p:cNvSpPr txBox="1"/>
          <p:nvPr/>
        </p:nvSpPr>
        <p:spPr>
          <a:xfrm>
            <a:off x="180293" y="4557510"/>
            <a:ext cx="995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57E84-36FD-DD30-8067-A2F6AD90C55C}"/>
              </a:ext>
            </a:extLst>
          </p:cNvPr>
          <p:cNvSpPr txBox="1"/>
          <p:nvPr/>
        </p:nvSpPr>
        <p:spPr>
          <a:xfrm>
            <a:off x="315082" y="4299887"/>
            <a:ext cx="36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EEDAF4-B11F-658F-01B2-8BA0447B4F97}"/>
              </a:ext>
            </a:extLst>
          </p:cNvPr>
          <p:cNvSpPr txBox="1"/>
          <p:nvPr/>
        </p:nvSpPr>
        <p:spPr>
          <a:xfrm>
            <a:off x="273974" y="2300490"/>
            <a:ext cx="57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B84AD9-77ED-73F8-B307-1F9261ADA014}"/>
              </a:ext>
            </a:extLst>
          </p:cNvPr>
          <p:cNvSpPr txBox="1"/>
          <p:nvPr/>
        </p:nvSpPr>
        <p:spPr>
          <a:xfrm>
            <a:off x="174724" y="1978922"/>
            <a:ext cx="57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85DAA-EBE3-AE57-DC98-A61CF2444FD5}"/>
              </a:ext>
            </a:extLst>
          </p:cNvPr>
          <p:cNvSpPr txBox="1"/>
          <p:nvPr/>
        </p:nvSpPr>
        <p:spPr>
          <a:xfrm rot="10800000" flipV="1">
            <a:off x="302451" y="1641753"/>
            <a:ext cx="36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FEA9B6-F569-8FEB-69B8-25E1A0A08FA1}"/>
              </a:ext>
            </a:extLst>
          </p:cNvPr>
          <p:cNvSpPr txBox="1"/>
          <p:nvPr/>
        </p:nvSpPr>
        <p:spPr>
          <a:xfrm>
            <a:off x="302451" y="1024424"/>
            <a:ext cx="38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10AF9F-83B2-C5C9-07F1-39785DEF1C36}"/>
              </a:ext>
            </a:extLst>
          </p:cNvPr>
          <p:cNvSpPr txBox="1"/>
          <p:nvPr/>
        </p:nvSpPr>
        <p:spPr>
          <a:xfrm>
            <a:off x="201525" y="751469"/>
            <a:ext cx="57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56EF66-DF3C-E14A-949F-AD78678BB9F0}"/>
              </a:ext>
            </a:extLst>
          </p:cNvPr>
          <p:cNvSpPr txBox="1"/>
          <p:nvPr/>
        </p:nvSpPr>
        <p:spPr>
          <a:xfrm>
            <a:off x="273974" y="382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20338-C7EC-CAF9-B037-2F8EC7D35697}"/>
              </a:ext>
            </a:extLst>
          </p:cNvPr>
          <p:cNvSpPr txBox="1"/>
          <p:nvPr/>
        </p:nvSpPr>
        <p:spPr>
          <a:xfrm>
            <a:off x="1692322" y="136478"/>
            <a:ext cx="197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Output Waveforms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2894DD-58FA-1677-B624-F818D6DC1728}"/>
              </a:ext>
            </a:extLst>
          </p:cNvPr>
          <p:cNvSpPr txBox="1"/>
          <p:nvPr/>
        </p:nvSpPr>
        <p:spPr>
          <a:xfrm flipH="1">
            <a:off x="5909479" y="6605516"/>
            <a:ext cx="696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Time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E3CF12-7D69-CE27-0330-372915F6E267}"/>
              </a:ext>
            </a:extLst>
          </p:cNvPr>
          <p:cNvSpPr txBox="1"/>
          <p:nvPr/>
        </p:nvSpPr>
        <p:spPr>
          <a:xfrm>
            <a:off x="1392071" y="6250675"/>
            <a:ext cx="571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90D5AF-B14D-E675-A935-33F647B41D45}"/>
              </a:ext>
            </a:extLst>
          </p:cNvPr>
          <p:cNvSpPr txBox="1"/>
          <p:nvPr/>
        </p:nvSpPr>
        <p:spPr>
          <a:xfrm>
            <a:off x="2486332" y="6250675"/>
            <a:ext cx="596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4F6253-C800-A771-A610-59AFC347C68B}"/>
              </a:ext>
            </a:extLst>
          </p:cNvPr>
          <p:cNvSpPr txBox="1"/>
          <p:nvPr/>
        </p:nvSpPr>
        <p:spPr>
          <a:xfrm flipH="1">
            <a:off x="3548417" y="6183278"/>
            <a:ext cx="62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505AAA-5E57-3E97-592D-D4C7F250443E}"/>
              </a:ext>
            </a:extLst>
          </p:cNvPr>
          <p:cNvSpPr txBox="1"/>
          <p:nvPr/>
        </p:nvSpPr>
        <p:spPr>
          <a:xfrm>
            <a:off x="4669974" y="6250675"/>
            <a:ext cx="596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D70275-4703-F39B-6FC7-1F0A3FC7E305}"/>
              </a:ext>
            </a:extLst>
          </p:cNvPr>
          <p:cNvSpPr txBox="1"/>
          <p:nvPr/>
        </p:nvSpPr>
        <p:spPr>
          <a:xfrm>
            <a:off x="5706019" y="6250675"/>
            <a:ext cx="47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2044FD-4B86-152D-9CB5-A38F5EB04C46}"/>
              </a:ext>
            </a:extLst>
          </p:cNvPr>
          <p:cNvSpPr txBox="1"/>
          <p:nvPr/>
        </p:nvSpPr>
        <p:spPr>
          <a:xfrm>
            <a:off x="6808974" y="6250675"/>
            <a:ext cx="696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9349B3-8BD8-04DD-58BF-DDCDCA769BE1}"/>
              </a:ext>
            </a:extLst>
          </p:cNvPr>
          <p:cNvSpPr txBox="1"/>
          <p:nvPr/>
        </p:nvSpPr>
        <p:spPr>
          <a:xfrm>
            <a:off x="7845020" y="6250675"/>
            <a:ext cx="60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B6C3D1-7F34-041C-47CC-8B5C68092E1C}"/>
              </a:ext>
            </a:extLst>
          </p:cNvPr>
          <p:cNvSpPr txBox="1"/>
          <p:nvPr/>
        </p:nvSpPr>
        <p:spPr>
          <a:xfrm>
            <a:off x="8939284" y="6250675"/>
            <a:ext cx="558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33DC57-CBC6-666C-3692-C4F2F4808402}"/>
              </a:ext>
            </a:extLst>
          </p:cNvPr>
          <p:cNvSpPr txBox="1"/>
          <p:nvPr/>
        </p:nvSpPr>
        <p:spPr>
          <a:xfrm>
            <a:off x="9962866" y="6250675"/>
            <a:ext cx="558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0.9</a:t>
            </a:r>
          </a:p>
        </p:txBody>
      </p:sp>
    </p:spTree>
    <p:extLst>
      <p:ext uri="{BB962C8B-B14F-4D97-AF65-F5344CB8AC3E}">
        <p14:creationId xmlns:p14="http://schemas.microsoft.com/office/powerpoint/2010/main" val="3275702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8D9863-E156-5A0E-C0DC-1DB7A7DD28E0}"/>
              </a:ext>
            </a:extLst>
          </p:cNvPr>
          <p:cNvSpPr txBox="1"/>
          <p:nvPr/>
        </p:nvSpPr>
        <p:spPr>
          <a:xfrm rot="5400000">
            <a:off x="-737559" y="3193575"/>
            <a:ext cx="23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Digital Output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50EAD5-D5E5-247D-9E4B-62622078FBCA}"/>
              </a:ext>
            </a:extLst>
          </p:cNvPr>
          <p:cNvSpPr txBox="1"/>
          <p:nvPr/>
        </p:nvSpPr>
        <p:spPr>
          <a:xfrm>
            <a:off x="5445457" y="6018663"/>
            <a:ext cx="124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Time (</a:t>
            </a:r>
            <a:r>
              <a:rPr lang="en-IN" dirty="0" err="1"/>
              <a:t>ms</a:t>
            </a:r>
            <a:r>
              <a:rPr lang="en-IN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028746-7D22-8919-2B9F-B4133B0B82A7}"/>
              </a:ext>
            </a:extLst>
          </p:cNvPr>
          <p:cNvSpPr txBox="1"/>
          <p:nvPr/>
        </p:nvSpPr>
        <p:spPr>
          <a:xfrm>
            <a:off x="3889612" y="408589"/>
            <a:ext cx="4339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Final Output of The Voice Controlled Robot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2069F9-3811-5234-5A3C-DF6CB163C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469" y="1359990"/>
            <a:ext cx="10504078" cy="41380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694A48-8D40-FA56-FA6C-DF22BA3BBED9}"/>
              </a:ext>
            </a:extLst>
          </p:cNvPr>
          <p:cNvSpPr txBox="1"/>
          <p:nvPr/>
        </p:nvSpPr>
        <p:spPr>
          <a:xfrm>
            <a:off x="1883391" y="5498009"/>
            <a:ext cx="61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086F1-D759-60C1-CD47-8A79A6EB2541}"/>
              </a:ext>
            </a:extLst>
          </p:cNvPr>
          <p:cNvSpPr txBox="1"/>
          <p:nvPr/>
        </p:nvSpPr>
        <p:spPr>
          <a:xfrm>
            <a:off x="3057099" y="5498009"/>
            <a:ext cx="26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6894A-E01D-08BF-47A2-DBA24C2435A0}"/>
              </a:ext>
            </a:extLst>
          </p:cNvPr>
          <p:cNvSpPr txBox="1"/>
          <p:nvPr/>
        </p:nvSpPr>
        <p:spPr>
          <a:xfrm>
            <a:off x="3985146" y="5498009"/>
            <a:ext cx="66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53CB74-081A-E07F-76F8-3A499824AA63}"/>
              </a:ext>
            </a:extLst>
          </p:cNvPr>
          <p:cNvSpPr txBox="1"/>
          <p:nvPr/>
        </p:nvSpPr>
        <p:spPr>
          <a:xfrm>
            <a:off x="5120605" y="5498009"/>
            <a:ext cx="47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75B61A-8E77-81C5-8A55-67C67351CA21}"/>
              </a:ext>
            </a:extLst>
          </p:cNvPr>
          <p:cNvSpPr txBox="1"/>
          <p:nvPr/>
        </p:nvSpPr>
        <p:spPr>
          <a:xfrm>
            <a:off x="6096000" y="5498009"/>
            <a:ext cx="781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CE80B1-7F48-0C34-1B18-43D2AF97A986}"/>
              </a:ext>
            </a:extLst>
          </p:cNvPr>
          <p:cNvSpPr txBox="1"/>
          <p:nvPr/>
        </p:nvSpPr>
        <p:spPr>
          <a:xfrm>
            <a:off x="7248221" y="5498009"/>
            <a:ext cx="36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070297-EA3D-BDA3-0F70-1EDE601DF645}"/>
              </a:ext>
            </a:extLst>
          </p:cNvPr>
          <p:cNvSpPr txBox="1"/>
          <p:nvPr/>
        </p:nvSpPr>
        <p:spPr>
          <a:xfrm>
            <a:off x="8218647" y="5498009"/>
            <a:ext cx="71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99C612-34FA-3FDD-58A4-8AE6054AA037}"/>
              </a:ext>
            </a:extLst>
          </p:cNvPr>
          <p:cNvSpPr txBox="1"/>
          <p:nvPr/>
        </p:nvSpPr>
        <p:spPr>
          <a:xfrm>
            <a:off x="9377447" y="5498009"/>
            <a:ext cx="423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D8E8C0-D543-EC97-868E-4296A6E2068F}"/>
              </a:ext>
            </a:extLst>
          </p:cNvPr>
          <p:cNvSpPr txBox="1"/>
          <p:nvPr/>
        </p:nvSpPr>
        <p:spPr>
          <a:xfrm>
            <a:off x="10331355" y="5498009"/>
            <a:ext cx="61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0706E0-1770-87FA-7C72-A91CF98BE667}"/>
              </a:ext>
            </a:extLst>
          </p:cNvPr>
          <p:cNvSpPr txBox="1"/>
          <p:nvPr/>
        </p:nvSpPr>
        <p:spPr>
          <a:xfrm>
            <a:off x="11609547" y="54980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C31C2B-0B36-D897-2AF4-E234861A2D88}"/>
              </a:ext>
            </a:extLst>
          </p:cNvPr>
          <p:cNvSpPr txBox="1"/>
          <p:nvPr/>
        </p:nvSpPr>
        <p:spPr>
          <a:xfrm>
            <a:off x="930743" y="5616053"/>
            <a:ext cx="47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5B2EF9-FD77-E268-295F-EA8871787DB6}"/>
              </a:ext>
            </a:extLst>
          </p:cNvPr>
          <p:cNvSpPr txBox="1"/>
          <p:nvPr/>
        </p:nvSpPr>
        <p:spPr>
          <a:xfrm rot="10800000" flipV="1">
            <a:off x="567201" y="5204338"/>
            <a:ext cx="405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-0.2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EF88FD-BC29-64C2-623C-CB9B1CA6710E}"/>
              </a:ext>
            </a:extLst>
          </p:cNvPr>
          <p:cNvSpPr txBox="1"/>
          <p:nvPr/>
        </p:nvSpPr>
        <p:spPr>
          <a:xfrm>
            <a:off x="803783" y="4735773"/>
            <a:ext cx="3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FBE337-010D-B6AE-962F-F5E60558C8DC}"/>
              </a:ext>
            </a:extLst>
          </p:cNvPr>
          <p:cNvSpPr txBox="1"/>
          <p:nvPr/>
        </p:nvSpPr>
        <p:spPr>
          <a:xfrm>
            <a:off x="696035" y="4189859"/>
            <a:ext cx="58415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354A08-0DBA-A636-01B9-E66306D503E0}"/>
              </a:ext>
            </a:extLst>
          </p:cNvPr>
          <p:cNvSpPr txBox="1"/>
          <p:nvPr/>
        </p:nvSpPr>
        <p:spPr>
          <a:xfrm>
            <a:off x="696035" y="3544713"/>
            <a:ext cx="58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70BAB9-D6E6-954A-EF67-3E74ADE9841E}"/>
              </a:ext>
            </a:extLst>
          </p:cNvPr>
          <p:cNvSpPr txBox="1"/>
          <p:nvPr/>
        </p:nvSpPr>
        <p:spPr>
          <a:xfrm>
            <a:off x="696035" y="309804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0.6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FBF9F5-173A-FE7B-BCCE-96D444110904}"/>
              </a:ext>
            </a:extLst>
          </p:cNvPr>
          <p:cNvSpPr txBox="1"/>
          <p:nvPr/>
        </p:nvSpPr>
        <p:spPr>
          <a:xfrm>
            <a:off x="628058" y="2452896"/>
            <a:ext cx="652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AB6E6F-C104-D03C-9ED1-BD83A464F282}"/>
              </a:ext>
            </a:extLst>
          </p:cNvPr>
          <p:cNvSpPr txBox="1"/>
          <p:nvPr/>
        </p:nvSpPr>
        <p:spPr>
          <a:xfrm>
            <a:off x="803783" y="1730411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0A8BD2-18BE-07E0-A37D-264812546B90}"/>
              </a:ext>
            </a:extLst>
          </p:cNvPr>
          <p:cNvSpPr txBox="1"/>
          <p:nvPr/>
        </p:nvSpPr>
        <p:spPr>
          <a:xfrm>
            <a:off x="582453" y="1284328"/>
            <a:ext cx="697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1.2</a:t>
            </a:r>
          </a:p>
        </p:txBody>
      </p:sp>
    </p:spTree>
    <p:extLst>
      <p:ext uri="{BB962C8B-B14F-4D97-AF65-F5344CB8AC3E}">
        <p14:creationId xmlns:p14="http://schemas.microsoft.com/office/powerpoint/2010/main" val="2189050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5389</TotalTime>
  <Words>195</Words>
  <Application>Microsoft Office PowerPoint</Application>
  <PresentationFormat>Widescreen</PresentationFormat>
  <Paragraphs>98</Paragraphs>
  <Slides>12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Indukuri Shilpa</dc:creator>
  <cp:lastModifiedBy>Indukuri Shilpa</cp:lastModifiedBy>
  <cp:revision>9</cp:revision>
  <dcterms:created xsi:type="dcterms:W3CDTF">2026-03-01T12:47:08Z</dcterms:created>
  <dcterms:modified xsi:type="dcterms:W3CDTF">2026-03-30T15:34:06Z</dcterms:modified>
</cp:coreProperties>
</file>